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d59b4aa3494df6" /><Relationship Type="http://schemas.openxmlformats.org/officeDocument/2006/relationships/extended-properties" Target="/docProps/app.xml" Id="R53afdd7fac1f4f2d" /><Relationship Type="http://schemas.openxmlformats.org/officeDocument/2006/relationships/officeDocument" Target="/ppt/presentation.xml" Id="R3e482327b6444e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de5755230458b"/>
  </p:sldMasterIdLst>
  <p:notesMasterIdLst>
    <p:notesMasterId xmlns:r="http://schemas.openxmlformats.org/officeDocument/2006/relationships" r:id="R36aa4ca2e286497e"/>
  </p:notesMasterIdLst>
  <p:sldIdLst>
    <p:sldId xmlns:r="http://schemas.openxmlformats.org/officeDocument/2006/relationships" id="256" r:id="R4b91e2a12d2f4bc4"/>
    <p:sldId xmlns:r="http://schemas.openxmlformats.org/officeDocument/2006/relationships" id="257" r:id="R6a64fb2f6c1845ae"/>
    <p:sldId xmlns:r="http://schemas.openxmlformats.org/officeDocument/2006/relationships" id="258" r:id="R861932b965644804"/>
    <p:sldId xmlns:r="http://schemas.openxmlformats.org/officeDocument/2006/relationships" id="259" r:id="R228b94f5ad4a4d7e"/>
    <p:sldId xmlns:r="http://schemas.openxmlformats.org/officeDocument/2006/relationships" id="260" r:id="R92364064d85b46d5"/>
    <p:sldId xmlns:r="http://schemas.openxmlformats.org/officeDocument/2006/relationships" id="261" r:id="Ra967470e68454b1a"/>
    <p:sldId xmlns:r="http://schemas.openxmlformats.org/officeDocument/2006/relationships" id="262" r:id="Rba3a3db84ca44e2a"/>
    <p:sldId xmlns:r="http://schemas.openxmlformats.org/officeDocument/2006/relationships" id="263" r:id="R0a0e7a8a86ee428b"/>
    <p:sldId xmlns:r="http://schemas.openxmlformats.org/officeDocument/2006/relationships" id="264" r:id="R6819520795d141ba"/>
    <p:sldId xmlns:r="http://schemas.openxmlformats.org/officeDocument/2006/relationships" id="265" r:id="Rea82d3efbbca4e8a"/>
    <p:sldId xmlns:r="http://schemas.openxmlformats.org/officeDocument/2006/relationships" id="266" r:id="Rcf6d9b943afb413e"/>
    <p:sldId xmlns:r="http://schemas.openxmlformats.org/officeDocument/2006/relationships" id="267" r:id="R1df2659d5f4f4f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de5755230458b" /><Relationship Type="http://schemas.openxmlformats.org/officeDocument/2006/relationships/theme" Target="/ppt/theme/theme1.xml" Id="Ra05d15b495194ced" /><Relationship Type="http://schemas.openxmlformats.org/officeDocument/2006/relationships/notesMaster" Target="/ppt/notesMasters/notesMaster1.xml" Id="R36aa4ca2e286497e" /><Relationship Type="http://schemas.openxmlformats.org/officeDocument/2006/relationships/presProps" Target="/ppt/presProps.xml" Id="Rd55f04258e7f4c01" /><Relationship Type="http://schemas.openxmlformats.org/officeDocument/2006/relationships/viewProps" Target="/ppt/viewProps.xml" Id="R994afb2d90eb431b" /><Relationship Type="http://schemas.openxmlformats.org/officeDocument/2006/relationships/tableStyles" Target="/ppt/tableStyles.xml" Id="Rb42a15af96f14646" /><Relationship Type="http://schemas.openxmlformats.org/officeDocument/2006/relationships/slide" Target="/ppt/slides/slide1.xml" Id="R4b91e2a12d2f4bc4" /><Relationship Type="http://schemas.openxmlformats.org/officeDocument/2006/relationships/slide" Target="/ppt/slides/slide2.xml" Id="R6a64fb2f6c1845ae" /><Relationship Type="http://schemas.openxmlformats.org/officeDocument/2006/relationships/slide" Target="/ppt/slides/slide3.xml" Id="R861932b965644804" /><Relationship Type="http://schemas.openxmlformats.org/officeDocument/2006/relationships/slide" Target="/ppt/slides/slide4.xml" Id="R228b94f5ad4a4d7e" /><Relationship Type="http://schemas.openxmlformats.org/officeDocument/2006/relationships/slide" Target="/ppt/slides/slide5.xml" Id="R92364064d85b46d5" /><Relationship Type="http://schemas.openxmlformats.org/officeDocument/2006/relationships/slide" Target="/ppt/slides/slide6.xml" Id="Ra967470e68454b1a" /><Relationship Type="http://schemas.openxmlformats.org/officeDocument/2006/relationships/slide" Target="/ppt/slides/slide7.xml" Id="Rba3a3db84ca44e2a" /><Relationship Type="http://schemas.openxmlformats.org/officeDocument/2006/relationships/slide" Target="/ppt/slides/slide8.xml" Id="R0a0e7a8a86ee428b" /><Relationship Type="http://schemas.openxmlformats.org/officeDocument/2006/relationships/slide" Target="/ppt/slides/slide9.xml" Id="R6819520795d141ba" /><Relationship Type="http://schemas.openxmlformats.org/officeDocument/2006/relationships/slide" Target="/ppt/slides/slide10.xml" Id="Rea82d3efbbca4e8a" /><Relationship Type="http://schemas.openxmlformats.org/officeDocument/2006/relationships/slide" Target="/ppt/slides/slide11.xml" Id="Rcf6d9b943afb413e" /><Relationship Type="http://schemas.openxmlformats.org/officeDocument/2006/relationships/slide" Target="/ppt/slides/slide12.xml" Id="R1df2659d5f4f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ec55b27a84849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d6048bd165474c" /><Relationship Type="http://schemas.openxmlformats.org/officeDocument/2006/relationships/notesMaster" Target="/ppt/notesMasters/notesMaster1.xml" Id="R39da34949ec346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f43f4c0b764fb2" /><Relationship Type="http://schemas.openxmlformats.org/officeDocument/2006/relationships/notesMaster" Target="/ppt/notesMasters/notesMaster1.xml" Id="R0e5571ea16d948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0eec66e4644dfd" /><Relationship Type="http://schemas.openxmlformats.org/officeDocument/2006/relationships/notesMaster" Target="/ppt/notesMasters/notesMaster1.xml" Id="Rc02d48f6ef2e49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d3110e3e634cf9" /><Relationship Type="http://schemas.openxmlformats.org/officeDocument/2006/relationships/notesMaster" Target="/ppt/notesMasters/notesMaster1.xml" Id="R622dd0402b5c4d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3005b294c14378" /><Relationship Type="http://schemas.openxmlformats.org/officeDocument/2006/relationships/notesMaster" Target="/ppt/notesMasters/notesMaster1.xml" Id="R09086cf9df394f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0137a73db4c2e" /><Relationship Type="http://schemas.openxmlformats.org/officeDocument/2006/relationships/notesMaster" Target="/ppt/notesMasters/notesMaster1.xml" Id="R11208acde2ad43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af2ce5a7234f2a" /><Relationship Type="http://schemas.openxmlformats.org/officeDocument/2006/relationships/notesMaster" Target="/ppt/notesMasters/notesMaster1.xml" Id="Rbeddafb1b87b43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f383379c34498f" /><Relationship Type="http://schemas.openxmlformats.org/officeDocument/2006/relationships/notesMaster" Target="/ppt/notesMasters/notesMaster1.xml" Id="Rcb9019f731b04c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1fef5b5175447d" /><Relationship Type="http://schemas.openxmlformats.org/officeDocument/2006/relationships/notesMaster" Target="/ppt/notesMasters/notesMaster1.xml" Id="R370b47ad600b40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bc097a6c85434b" /><Relationship Type="http://schemas.openxmlformats.org/officeDocument/2006/relationships/notesMaster" Target="/ppt/notesMasters/notesMaster1.xml" Id="R0e9a9a2274784f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51c82932db48c6" /><Relationship Type="http://schemas.openxmlformats.org/officeDocument/2006/relationships/notesMaster" Target="/ppt/notesMasters/notesMaster1.xml" Id="R4201cd4efe6e4c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45649fd8414bb8" /><Relationship Type="http://schemas.openxmlformats.org/officeDocument/2006/relationships/notesMaster" Target="/ppt/notesMasters/notesMaster1.xml" Id="Rf0092662423c4b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561d8d64c416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f4dc53b9c1846cf" /><Relationship Type="http://schemas.openxmlformats.org/officeDocument/2006/relationships/slideLayout" Target="/ppt/slideLayouts/slideLayout2.xml" Id="R2f8b407c0d7349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8b407c0d7349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0d5a6b74d04d7e" /><Relationship Type="http://schemas.openxmlformats.org/officeDocument/2006/relationships/notesSlide" Target="/ppt/notesSlides/notesSlide1.xml" Id="Rb438eb2ecac944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a09973736b4e41" /><Relationship Type="http://schemas.openxmlformats.org/officeDocument/2006/relationships/notesSlide" Target="/ppt/notesSlides/notesSlide2.xml" Id="Rd39f0ae44b9145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27dcc7779f4525" /><Relationship Type="http://schemas.openxmlformats.org/officeDocument/2006/relationships/notesSlide" Target="/ppt/notesSlides/notesSlide3.xml" Id="R0caccafaf6db46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b27a12ab534349" /><Relationship Type="http://schemas.openxmlformats.org/officeDocument/2006/relationships/notesSlide" Target="/ppt/notesSlides/notesSlide4.xml" Id="R48182ccf369142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e1666739ee49fe" /><Relationship Type="http://schemas.openxmlformats.org/officeDocument/2006/relationships/notesSlide" Target="/ppt/notesSlides/notesSlide5.xml" Id="R3918aebff6134f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167f6203394be0" /><Relationship Type="http://schemas.openxmlformats.org/officeDocument/2006/relationships/notesSlide" Target="/ppt/notesSlides/notesSlide6.xml" Id="R41b005b15b4348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2718cfaf99467e" /><Relationship Type="http://schemas.openxmlformats.org/officeDocument/2006/relationships/notesSlide" Target="/ppt/notesSlides/notesSlide7.xml" Id="R1706d39dd7af4e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80fd1a039b4716" /><Relationship Type="http://schemas.openxmlformats.org/officeDocument/2006/relationships/notesSlide" Target="/ppt/notesSlides/notesSlide8.xml" Id="R355e5d4bbf5648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756492613e4760" /><Relationship Type="http://schemas.openxmlformats.org/officeDocument/2006/relationships/notesSlide" Target="/ppt/notesSlides/notesSlide9.xml" Id="R6c2172caa5774e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9cc01a6ede44c4" /><Relationship Type="http://schemas.openxmlformats.org/officeDocument/2006/relationships/notesSlide" Target="/ppt/notesSlides/notesSlide10.xml" Id="Rebb66488f78946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881b2627a547d5" /><Relationship Type="http://schemas.openxmlformats.org/officeDocument/2006/relationships/notesSlide" Target="/ppt/notesSlides/notesSlide11.xml" Id="R28232142d8834d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2efea9fd8847f8" /><Relationship Type="http://schemas.openxmlformats.org/officeDocument/2006/relationships/notesSlide" Target="/ppt/notesSlides/notesSlide12.xml" Id="R1a4d30660f164d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3A23A8-540A-496F-82AF-EF464BFF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5445D-BDD4-423B-84CB-398DCA08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F8DF7-8D49-4011-8E22-EF8A973E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E1B57-209C-4047-946C-9EBC168C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C2D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C2D1"/>
                </a:solidFill>
                <a:latin typeface="Aptos"/>
                <a:ea typeface="Aptos"/>
                <a:cs typeface="Aptos"/>
              </a:rPr>
              <a:t>NASHRIK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01707-FEEE-4FBB-BDB7-7DFC6210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C2D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2D1"/>
                </a:solidFill>
                <a:latin typeface="Aptos"/>
                <a:ea typeface="Aptos"/>
                <a:cs typeface="Aptos"/>
              </a:rPr>
              <a:t>Campus activities and club management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76597-69E3-4F02-B8AD-B788DACE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858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5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system for discovering, managing, and proving campus participation.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0AFFB-6770-41E3-BC9B-F7702754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859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5F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CE5F2"/>
                </a:solidFill>
                <a:latin typeface="Georgia"/>
                <a:ea typeface="Georgia"/>
                <a:cs typeface="Georgia"/>
              </a:rPr>
              <a:t>React + Supabase platform connecting students, club admins, and system admins through live events, clubs, QR attendance, notifications, and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7481E-B723-452B-9FE9-F1F21DBE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57D96-AAF5-4FE4-AC90-80EC59ED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768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79162-C7B0-4D73-8F53-5637C8B3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505F7-92EF-442E-A876-432258B8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ROLE EXPERIENCES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3872E-E8C7-488A-B31D-9974DDF3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student, club admin, system 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59136-DD6A-4545-A22B-8CB60213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768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822F5-9510-48D7-BECA-05E21BE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43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EE5FB-C9BE-4E65-BAB4-0594DC47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24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WIRED APP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F9F1E-DA6C-4065-989E-4A0105AA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959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real Supabase-backed 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C6D71-4F02-499F-A79C-DC04C6F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768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FD94B-E673-4D23-84BC-2300A132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43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QR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F1AA5-A9DA-4B09-8D47-6E44B114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24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ATTENDANCE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3AE44-10D9-4ABC-A853-E01B90F3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959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registration token to check-in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97740-65E1-4C6C-AF4E-068D81A4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768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68CCE-9910-4B38-97DB-040067C7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EN/AR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EF7A0-AD1C-4D59-86C7-9C5CA13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24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LOCALIZED 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04DED2-17C9-4C0F-A97D-97941DD2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959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RTL-ready campus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18945-8207-4CFF-AC95-3EF3F8FC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CAFD7-8B32-48C9-A58D-D546BC5D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project showcase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884F1A-40BB-42B5-B90E-A48D1BA0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53825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256305-1333-4C22-8840-091CAAB0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97702E7C-2FDF-48BE-B3AE-37B13CDD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8B80CC57-0276-4C24-960F-2B408BE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 R O B L E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78F6A-C185-4F3D-8BC1-B07F477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Campus activity work is split across discovery, approvals, attendance, and reporting.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851E9-FCB4-4466-845F-184DA4D1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6A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6A5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7F602-7EA9-4E63-989F-C241BA06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01E58-2849-4A8C-BB9E-36D6E1A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76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A5014-718A-484D-85DC-75E78C05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86025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 not have a single place to discover events, join clubs, track registrations, and receive updates.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10B7A-175E-4261-A972-54460B0D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7A2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C47A2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4E8D8-A93E-434D-AEAB-CC967F02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1ACEF-F52F-469E-99A0-424019FE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43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Club admins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D2E7A-D71C-4477-A6FC-17A57DAA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52825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Need to manage applications, members, events, announcements, and attendance without spreadsheet workarounds.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8A96-ED61-45D0-8E6C-5EE4BE2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578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3578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EFB51-68AA-44A9-B525-C0E851D6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FF62C-84E0-4DF6-AF50-29C59EBD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10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System admins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E472A-8A90-4E08-B512-112D9F76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9625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Need visibility into approvals, users, event status, engagement, and platform reports.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08E78-E907-49C8-998C-3BF44067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1790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D06AC-ADD3-4C0A-856E-A64D9EC2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295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cost is not only coordination. It is missing participation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9D640-3EDB-441D-BB65-A262B775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291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No central workflow means weaker discovery, manual attendance, and less reliable reporting.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A1034-A20B-402A-926F-E0273EB4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91759-F4D0-4C50-8394-3EC0DA83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showcase | React + Supabase campus activities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8FAEC-B579-44E8-8A4E-8B99982A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27177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45834-12C1-40BD-BA55-51336283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8D95F969-36EF-42DB-B405-C9053A1B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01F048F5-2CAC-4FA5-A7F7-7DED65E9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 O L U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38F60-D17D-4BF3-A7E7-10D35E37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Nashrik turns campus activity into a closed operating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2B00E-ED8E-4EEB-97A4-B1EAB67F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3F2D1-B6B1-43A8-9A66-AE04151B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6DF80-1412-4D68-B3A2-51061AF0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09226-3548-40F0-9B89-11A22BD4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Students browse published events and approved clubs by category, search, and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4C33D-DB4B-4B55-9635-AD0D2319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DB34A-60CB-49B1-AC4D-A2061C34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87E8D-D2B6-4379-8AB3-77591E5C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Participate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AA574-C66E-41F6-A0D4-619D64D1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62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Students register for events, request club membership, and receive QR tokens.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919F3-085F-4978-96C6-73CC79DB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67F9F-D48B-4C75-98E2-94032ABB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1E24A-4B6D-42B9-8ADE-196581E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34224-987F-4531-BE34-6972FC94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Club admins publish events, approve members, post announcements, and check in attendees.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102F3-92DD-4236-A722-32ED6D6A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860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0171E-13B6-4B0B-9FD4-9F2191B1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860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B79DB-46B7-4F2D-A6C5-8998D112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Govern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FB37B-6FB7-4933-B86B-7EED0766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System admins approve clubs, manage users/events, and export reports.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9C5DA-5E23-4011-9016-8799C61F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8CE36-825C-4054-9888-3028DC50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19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BEEAC-5F13-41F1-836F-F2FDDBE5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36005-CE7B-4E7A-A164-E42D6508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78AF6-F458-42DB-A0CE-C5CEC3EE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92818-707C-43E0-BD81-039DB8B8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19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6F4595-FD1E-4A2F-AD19-111F78D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E639B8-41E8-42EC-8DC8-FE5FEB3E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482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action writes back to Supabase: memberships, registrations, announcements, comments, notifications, attendance, analytics, and reports.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74ED2-C436-4651-A30D-F3D6D59D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48DA35-8217-46D2-99B3-95A502EB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showcase | React + Supabase campus activities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B30D1-303A-48A1-B5B4-1C15D5D3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80627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2C7C8-DCBD-4B32-9B93-8213A1A4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E2F2C221-61BF-4891-A4E7-026110C8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7055D3C6-DA70-4843-84EA-E0594BAF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 T U D E N T   J O U R N E 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4278C-55D9-49A9-A124-D5FEDB3E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95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Students move from discovery to proof of attendance without leaving the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61D29-821B-4126-9926-48AFDEEA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B8D16-E923-4F79-A715-723587B2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6A5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66A5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C1A7F-BA24-4E58-A7CA-9B9CA254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Browse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90224-8B18-47F5-9550-55763628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events and clubs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E6AEF-4BD4-4FE9-9326-54D73106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337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D1AB6-67FD-49E5-B37B-B39EA3F3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956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693EC-1606-408A-A1B5-04EAE1A5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EBB05-BA69-40A6-91DB-667A3DE8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7A22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C47A2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8CFA1-634C-4242-9CE9-1E854439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385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 detail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9A099-C513-49A9-88BD-B7241987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description, host, capacity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CD0FF-E1B4-4D51-9137-0799ADB4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D60F2-E8DC-4A45-9049-4D32759E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956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B5A0A-9137-400E-8196-222A9ED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98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C97F6-B143-47C3-B8AC-5FFEF298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5789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3578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84BEF-6D90-46A1-8769-13D3C8BF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AFBE5-AE71-49F4-8F34-C2BE486D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623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confirmed event 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F96B3-CA1D-4D7A-9F3E-263CEBB2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F1590-4D55-40AC-AFD8-EB6EFD4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5C918-DE4F-4F2B-BD57-DBDE3943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98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3C42E-14B1-426E-849C-92AECB1E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6A5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66A5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E61019-6B23-4D91-A048-2861ED82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385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QR 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58812-483E-4E9D-81A5-EBE5F793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623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token shown in My Registrations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2DF35-0F3E-47B8-A981-F16AFED7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337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A7DC57-2B37-48F9-8A87-3D94ED75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956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60664B-DFC5-4D96-9245-208D4071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098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D9DBD3-1C6E-4763-9ED5-DB40035E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003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24A3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B24A3A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F457C2-A2F9-481B-9DDB-FEE42CCE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385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Attend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B8060B-0DBC-471B-81DB-CB74365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scanner marks presence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76B402-9633-45B3-BBAF-CA54ECD3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Student-facing pages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7C136-E931-4171-BC90-A3E6699B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291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Dashboard | Events | Event Details | Clubs | Club Profile | My Registrations | My Clubs | Notifications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85BB5E-960B-442A-8D50-63EF9DF0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7BED71-B444-4E16-BEDB-6754D7CE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showcase | React + Supabase campus activities platform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E52957-0DF7-45B9-846D-D2AD967B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43460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A32BF-2E73-4196-BA69-0B311052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3B3E3532-F57D-4B85-823F-D75564F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DDEA9C2-4401-4183-8785-34F76BCE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 L U B   A D M I N   F L O 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BD84C-5C28-4CF6-86B6-C8CF5EFF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Club admins run the operating layer once their club is approved.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28FB5-2551-4F1E-8B1D-725ABA0D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7A2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47A22"/>
                </a:solidFill>
                <a:latin typeface="Georgia"/>
                <a:ea typeface="Georgia"/>
                <a:cs typeface="Georgia"/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57ED6-16F9-44CC-900B-2F5E2B75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095FF-9034-42CB-AC08-13C4C561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submit club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A7E17-A884-444E-ADE4-E9C1DDCF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pending / rejected / resubmit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CF1CA-4835-4A78-8C1C-B93480D7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6A5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6A5A"/>
                </a:solidFill>
                <a:latin typeface="Georgia"/>
                <a:ea typeface="Georgia"/>
                <a:cs typeface="Georgia"/>
              </a:rPr>
              <a:t>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05550-3A5A-409F-9037-AAE92537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1945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6D274-65D6-428A-975E-CD6F8A00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289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create, edit, publish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EBCA5-E41B-4A7A-B7CC-DD9A77D7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384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cover image + category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42224-1241-41FC-9720-365BDF63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578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35789"/>
                </a:solidFill>
                <a:latin typeface="Georgia"/>
                <a:ea typeface="Georgia"/>
                <a:cs typeface="Georgia"/>
              </a:rPr>
              <a:t>Members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73388-6671-42D2-9889-C2C404C0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5765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4F920-7EB8-4EA6-97C4-F580A076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67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approve or reject requests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6690A-C77E-41E2-8B24-554B5E86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766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approved members power counts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475C6-5343-41C2-BDBD-0653E26E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4A3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24A3A"/>
                </a:solidFill>
                <a:latin typeface="Georgia"/>
                <a:ea typeface="Georgia"/>
                <a:cs typeface="Georgia"/>
              </a:rPr>
              <a:t>Engagement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E5995-D11C-4E13-91F4-62F748DE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F4940-F0DB-400A-BBD8-8808970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053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announcements +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FFDB9-7ACE-4769-B897-936E08B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attendance and activity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6FDCC-7ECE-4211-BA3D-B0DDEA52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524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EEB85-2748-4DFA-BBF2-FF36CA0A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336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447C55-FBF9-43FE-8183-F9F32F28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28950"/>
            <a:ext cx="114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Event Management</a:t>
            </a:r>
          </a:p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Member Management</a:t>
            </a:r>
          </a:p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Announcements</a:t>
            </a:r>
          </a:p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QR Scanner</a:t>
            </a:r>
          </a:p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682E7-DB0C-4A98-A3B7-AE295973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79131-7827-4781-A887-3180B20A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showcase | React + Supabase campus activities 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B597C-0C07-46D9-A0E4-0A2917EE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86925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5FF115-A8BF-43D2-B32D-8E45131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3677BFE-B805-46F8-9E1E-363D8501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FB49711A-BA42-4632-ADE3-22AD9B6D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 Y S T E M   A D M I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ED818-0C88-4030-89BC-BC26EDCA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00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System admins keep the platform trustworthy and reportable.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9FD38-A604-44AD-A5AE-70E616B6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Club 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5AC61-323D-4EB0-BCA2-56F71E71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C5D2F-5F1B-451C-A490-C2D4B4E9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38909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32BFF-1ABB-49FF-84B2-A2BAF5CA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 governance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330FB-19BC-48C9-8E61-68FC963E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2FC5A-9DAC-41CD-868D-4779A053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3276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3C9B0-4EBE-4687-A48D-2E163E23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Event oversight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3964D-C648-48D1-93E8-5323AF37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80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49096-D03A-4C3F-A4BD-325FD234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8050"/>
            <a:ext cx="29489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E0862-0773-4157-9148-F58F226E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Reports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5D91D-C45A-4936-916C-74E3856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D33CB-AF81-44F4-994B-324FEFCA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270319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4FA23-2B7A-4C36-BBC8-D7F09C68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10DD-271C-400F-A54E-76E59BB7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3241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admin view is the control room: approvals, roles, event status, engagement metrics, and PDF-ready reports.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CD79B-212B-4693-BC77-FFED95D1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2428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Pages: Admin Dashboard, User Management, Club Approval, Event Management, Reports.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AA35F-6CB5-4CA3-9287-503DCD3C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E42C3-899D-4F55-BFA7-CE40E949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showcase | React + Supabase campus activities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A6F92-5D6C-4904-B46F-4953CEF8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52456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EE4A9D-A90E-4B48-B1F1-3AE20714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54DA908A-754B-47C6-848E-9961A0E4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FD80CFC8-162C-4EEC-B2DA-198E18C4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 V E N T   L I F E C Y C L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41C49-FFC1-4CAE-BBF1-CC34D2A9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An event progresses from draft to measured attendance.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4CF23-10FA-4F31-999F-C1CBF917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371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3E3C5-0777-4D95-931A-4E7D25AF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Draft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68125-9C5C-4A95-8E95-D23A1FEF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club admin creates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76907-CA21-4F5C-A6E9-E34E8D1A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956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8A9CD-5F09-4184-A27B-104F9E1F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575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81DB7-65F9-4CF7-8BC3-4FA5A968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1371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9A782-1AF4-4569-82EC-5631C90A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C092B-128C-4559-93F2-E25C9BD6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718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students discover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DB59B-0B7C-400F-85E3-D7BB58A3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418B5-9D8E-41E4-B88C-41A80638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E117C-5E70-4387-89DA-B44426CC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371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10CA0-F9C8-4472-B28C-3F5399AA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8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Registered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EB173-4081-4259-8D6C-4DD3582B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capacity and count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01171-22C5-44D5-8D6A-E16D1B54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FD15C-EEC9-4D8E-8B25-608EF7EB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575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9DCA7-9EB1-4930-94B4-E9274727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76500"/>
            <a:ext cx="1371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262A9-652E-4573-8991-0FEC8623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Checked 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D9655-628A-420C-B5FD-17CD7CC7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QR/manual attendance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D08ED-BA10-428C-8E95-8455C27E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956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6837E-2248-4C2C-BFD6-C64DAFB7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C1D9E-ED54-4B2E-A591-69EEE1C0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1371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5C621-CE30-4AA5-819B-CF407A0E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ACB61-93CB-4212-824B-10815EDA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718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analytics + exports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18983A-A0BA-49EA-A428-4718D944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75D02-991E-4C23-B728-3720324D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Realtime registration counts and discussion updates make the event page a living object, not a static poster.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9C6517-7B1C-49F6-A5B9-78B26FF3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E7232-4273-4814-9CCF-5279F6AC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showcase | React + Supabase campus activities platform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7EEFD4-3769-466B-9A77-0C191B91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00130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48864E-F1C6-472A-B114-41B237B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14C2291B-D1AF-4F26-89C2-91B99A83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53409CBC-77D7-4A6A-9FB0-7A604B59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 E M B E R S H I P   L O O 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1B498-B503-40A4-90FC-84FF694C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Club membership is a review loop, not just a join button.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3D661-76CF-43B9-8201-2F01A5D3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2CD15-DDE9-4A59-9661-3A3E0C55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843B3-7B22-4FD7-AA51-E8B1CDFC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5075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99C9E-C2DC-4AE3-AC9F-53B0C01D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Student clicks Join from a club profile. Status becomes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1DCCB-8B65-4564-8FDB-7B83A9E3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33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C5A23-6AD7-405D-BA25-48BA35E2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3362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BA7D1-C474-4D81-9BE9-4FCA8A54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505075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C4923-1F87-41B6-BA48-3869C84C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09875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Club admin approves, rejects, or removes members.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90C91-17F4-499E-BC49-6CD598FB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C2CE5-17CE-4DEC-9D99-52AFB014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E9FAF-35D4-4329-8B97-240690A9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05075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Participate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21286-1F04-4005-AD30-24A0946D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9875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Approved memberships appear in My Clubs and member counts.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E7737-A346-4F8C-9C54-35260138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71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D0533-9DB5-4AF4-AAE2-6D011E00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19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4DC3F-0A35-4240-AB3E-5F608363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57500"/>
            <a:ext cx="71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1ADD0-6CEE-4814-87B9-4DFD1D0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CCE22-A374-4A36-908C-55C992A8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528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A377C-2ADA-4F14-BBC0-7AD53FA6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5295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145AA-6C05-404D-8D04-FE3F9B5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381375"/>
            <a:ext cx="19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6E407-0A97-4F28-AE28-D5AE2CDB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8630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24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24A3A"/>
                </a:solidFill>
                <a:latin typeface="Aptos"/>
                <a:ea typeface="Aptos"/>
                <a:cs typeface="Aptos"/>
              </a:rPr>
              <a:t>Rejected requests can be resubmitted by returning the existing row to pending, avoiding duplicate membership records.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1A84DD-6B91-49A2-875D-556160B4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152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ED85A7-5110-439B-A505-B39DD368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Statuses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2B8D8-D86A-461F-932C-9FA590D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800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pending</a:t>
            </a:r>
          </a:p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approved</a:t>
            </a:r>
          </a:p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83D521-ACEF-444D-9BCC-8B43978C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9A7B0A-5743-40F8-B4CB-21D12D58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showcase | React + Supabase campus activities platform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E0785-57E5-4054-8DBC-6A7B9788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14715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329956-AF1F-4278-9D83-9DAC0456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1D8821FE-64B7-4283-9BAE-0D8B27F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4C3E6FC8-BA83-46D8-A988-C7EEA74B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 T T E N D A N C E   P R O O 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C14B2-85FC-4ECB-AC06-B537E5DF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QR attendance turns registration into verified participation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E8DB2-FECC-4AF1-B2AC-5D2C5CDE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BAC0C-B1BE-47BA-A058-A69EF478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7D182-E4B4-424C-AF62-57E6D14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F620C-5649-46FE-B399-E1E4F40D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76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01167-47F9-474A-BAF4-E1E95A8C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168F9-CD76-4E54-B527-7178A484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ED93A-5DCE-4CE6-B769-48F40D15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3C789-30B6-4519-AC2B-BFE2B78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05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7CAD3-07FA-41FA-B208-9D9221BF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F5445-C7D3-4FDB-A1A7-424B117E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53651-F687-4893-B0AB-0A076CB9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95D4A-B921-4B3E-955B-3859597D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33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46B99-39BB-474C-B476-6602BF6C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BCE55-9F1D-47B2-99B1-2C9E68D5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33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8E7DE-CDCB-4458-B251-25C8E96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33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50D19-7D7D-4B7B-9447-1E2E9C85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33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2D8C0-CB6E-4B62-9DF2-3C722B26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33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7FBD9-C0F8-4AE6-A60C-100959D0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A661E-4A0C-4DEF-A97B-73F9179C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62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F91A0-3D7E-4B8E-AD39-EC796F98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62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02238B-8AFA-4C13-9160-0D6B8FFF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62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98FD4-5C15-4C5C-BD9B-F5E9865F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371723-3667-4484-BF2F-FC99EC90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BAC3B3-B1A9-4AFC-A46B-6D49409B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90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102301-D28C-4037-A388-F4F83DC1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2C8366-C26B-4107-95AE-CEBB80CB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90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BE9EEB-42B6-4F28-BC85-93B0CC76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A0C4E4-C0C2-44CE-A231-D6885EC8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5EDE95-A0B4-4EF3-A781-0188EAF6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E7D4F6-EBB4-471C-8D1B-2BDC1311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19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D28822-4310-4A9C-825E-65A6594B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19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5854EE-E73A-4A4D-AC89-2EDF3FD0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19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6B636D-F4E5-411D-B6E2-FEF5AEF6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19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4F0E60-D774-47EB-8B79-1AA8A36D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1AA38E-CDD9-47D4-A3AF-AC992E6D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48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79DA99-B8E8-4BD3-806C-6EED0D9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48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F5E728-E083-4277-A9C4-4F40CC87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48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1CEB74-CE7A-4F14-AEF7-1B44F771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Student QR token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C7B298-019F-49DF-99A3-345304E3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38500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EEE102-26A9-4B4D-AB8C-20344987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C18BA6-E10C-47E0-8C8E-07E71074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5472BA-D7A4-4D39-B5B8-E26ABC5B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320E45-29D1-43F5-8BB4-A605A77C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432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Club admin scanner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B3464B-9319-4292-B79A-66110915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480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html5-qrcode scans token or admin enters student ID manually.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7A6897-E283-4EE9-B081-6E6FD1E0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4D3B58-6A14-4BC4-979C-BDC80D63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B21062-450E-4547-89F8-E2F737C8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7184F3-CE77-4112-8131-6B460E1B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FCB582-F61B-4255-BB7D-A58DE691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432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Attendance record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99FD44-3B41-4A46-805C-7A92CF33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480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mark_registration_attended stores method, checker, and timestamp.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3DD1D6-C3E1-4794-A4BC-F8ED39C6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Result: attendance can be reported by event, club, and platform without manual reconciliation.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49A1F3-55BC-41E4-9896-72B5B84A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195C31-A5E3-4B21-9368-5C0F73DE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showcase | React + Supabase campus activities platform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F12300-8DA0-433F-B6F4-25C742B6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455737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C1FDE4-A57B-4F92-A414-E0F3BF81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847F242A-C7E8-4193-ACE0-58A9ED3C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89F4BCD7-2953-472E-99CE-C3232774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 R C H I T E C T U R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E8059-A263-4AA4-A38F-189A876B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implementation separates UI, service logic, and Supabase infrastructure.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6552C-B40E-4891-B7BB-261162B3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97265-2913-4B23-921B-EB007ECA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622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React + Vite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3248A-2889-439F-A6AA-0C6A4825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0982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role routes, dashboards, forms, scanner, charts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7D896-D336-411E-9FB7-21FC8C80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7AA56-2E67-459E-B27A-E3CB930E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6230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3B6F6-0560-4712-8731-B66B9FBE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84115-BCCC-4D0E-97C5-CF746135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290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API service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602FB-0972-48DA-B2EE-DB15A1E3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7662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clubs, events, registrations, memberships, announcements, notifications, comments, 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AD836-6867-42CF-8E85-001A67A8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8645C-2F53-41EE-97EE-73B97DC5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2910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395C9-C27A-48CD-AB2A-841049C4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2435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42741-0CCB-45A6-8542-930C96BA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95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Supabase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2010C8-04AE-461E-B515-72741BB2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4342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PostgreSQL, Auth, Storage, Realtime, RLS policies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EDECF-5160-4C97-B323-5274471B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4A39A7-1923-455B-AC2D-25920BE4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showcase | React + Supabase campus activities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290BF-636C-4772-939B-8CA44C0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97103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6D2C16-E4D6-4102-9C25-5642CD31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23A43A9A-5F22-4EC6-A42D-08CDD300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CB64066E-6135-40CA-BA74-EA83E15A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 E C U R I T Y   M O D E 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A2B14-0285-4C95-9337-94D31F1A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42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Row-level security mirrors the product roles.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B887A-63C5-435B-A480-FF7D605F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80784-5BB1-4C6D-939A-3BFE156A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B0385-4C59-4A20-8B9B-22551584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Allowed operating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C5AE8-3B3D-413A-82E4-AE6684BF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21ADD-281C-4787-93EF-5AC38258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4F448-C3F6-4794-8596-23FC68D7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6A5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6A5A"/>
                </a:solidFill>
                <a:latin typeface="Georgia"/>
                <a:ea typeface="Georgia"/>
                <a:cs typeface="Georgia"/>
              </a:rPr>
              <a:t>Student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F884D-F343-42C4-A391-7F71BD40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337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Own registrations, memberships, notifications, comments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99199-BBF4-4ED6-999B-530CCF7F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622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self-service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6754E-345A-47FC-93C7-42A671E1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93738-A9CD-4C6D-AD2E-38B5906F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A22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C47A22"/>
                </a:solidFill>
                <a:latin typeface="Georgia"/>
                <a:ea typeface="Georgia"/>
                <a:cs typeface="Georgia"/>
              </a:rPr>
              <a:t>Club 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34B90-5420-4502-8E2D-48DBABB0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Own club, events, members, announcements, attendance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6311B-2CF1-4368-A6B2-6CC42FD8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433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club-scoped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C0C46-48F7-4B75-9344-DF137FAF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9525">
            <a:solidFill>
              <a:srgbClr val="D7C9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DF9A3-FA94-445C-860C-A9EC4B15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5789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235789"/>
                </a:solidFill>
                <a:latin typeface="Georgia"/>
                <a:ea typeface="Georgia"/>
                <a:cs typeface="Georgia"/>
              </a:rPr>
              <a:t>System 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1E73F-D9E3-4CCB-BEA1-F066E248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Platform-wide users, clubs, events, memberships,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3390A-00A0-4764-AE36-ED0295A5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243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global 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37AAD-81C2-45C5-9B8C-6F22B904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07307-109B-4188-A09A-8ADE0E6E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Nashrik showcase | React + Supabase campus activities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5B49B-9D8C-49A0-B4EB-4A9EFAC1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46060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56D896-F4A2-417A-9314-DE76764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0FC8C461-1A9B-474A-82C4-98560C9E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2E21C033-BB98-4C1B-AFB5-ACD3876D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 E M O   R U N   S H E E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F41CD-9E63-475F-8C34-057AA2AA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live demo should prove one continuous platform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8AFED-B611-4D27-BC67-D9F0588E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6A5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6A5A"/>
                </a:solidFill>
                <a:latin typeface="Georgia"/>
                <a:ea typeface="Georgia"/>
                <a:cs typeface="Georgia"/>
              </a:rPr>
              <a:t>0-2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E5A93-233E-43AF-AD34-158244C9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09825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C205B-C411-45DD-AB66-6198D57A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0A18D-DBE1-4467-85C6-4FA0026E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browse event, register, show QR, request club membership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64EFE-F351-4785-A026-90A954B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7A2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47A22"/>
                </a:solidFill>
                <a:latin typeface="Georgia"/>
                <a:ea typeface="Georgia"/>
                <a:cs typeface="Georgia"/>
              </a:rPr>
              <a:t>2-5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ABD2B-23AD-4790-8906-D52852A2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90875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75AAE-5F2B-4391-BCF6-984760C9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90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Club 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A3AD6-7594-4FD5-80DD-4DCA0B6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approve member, create/publish event, scan or mark attendance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87FE2-E76A-4B1F-A0B6-85843396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5789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35789"/>
                </a:solidFill>
                <a:latin typeface="Georgia"/>
                <a:ea typeface="Georgia"/>
                <a:cs typeface="Georgia"/>
              </a:rPr>
              <a:t>5-8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F8F26-4E3A-4526-A71C-BF5D51B5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71925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8A593-5BAF-4E53-96FF-C756AA9B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71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System 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56B0A-6DE5-4202-8BB2-CC202C29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719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approve club, manage users/events, show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C029F-B31A-42FA-AC86-58964811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24A3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B24A3A"/>
                </a:solidFill>
                <a:latin typeface="Georgia"/>
                <a:ea typeface="Georgia"/>
                <a:cs typeface="Georgia"/>
              </a:rPr>
              <a:t>8-10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7A390-6BE1-44D9-8176-FFAC2C53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52975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6C700-4FB7-4F30-B5CD-8A1E3852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39121-C39A-448C-827D-4A9A5311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architecture, RLS, realtime, bilingual UI, final 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5FDAA-BBD0-4B79-9E20-F18603F6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43150"/>
            <a:ext cx="1524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71E2E-1ABB-4259-AF87-A48606F5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86050"/>
            <a:ext cx="114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System loop: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Discover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Join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Register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Attend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94892-89ED-409C-9466-A167225B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B2E71B-8E94-4F71-8426-30CDC34F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End with live demo and questions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A9D79-EBFC-4517-911D-C7928791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53974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2026-05-18T11:58:17.0440000Z</dcterms:created>
  <dcterms:modified xsi:type="dcterms:W3CDTF">2026-05-18T11:58:17.0440000Z</dcterms:modified>
</coreProperties>
</file>